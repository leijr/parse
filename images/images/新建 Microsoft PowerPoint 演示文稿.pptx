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878EC1-12BD-FF34-7E63-4204B73B9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C8CCC96-15BF-BAAD-5E9B-A9692713A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9833B7-900F-04DF-3410-D12F1BBE4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57A48-8A59-441A-A85C-AECB8671753C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03146E-C3F1-DC8C-AABE-9175BF80A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3127E4-63DC-D8F9-C40F-033F5D233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AE29-AFEF-4277-9197-A4804CD4C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377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3A9A7-6F5D-7E58-A482-ABBD9E693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C82B57-E4CE-12CD-DDE8-811060373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EFC87D-F2E0-7CD8-A3DA-0F7C30CA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57A48-8A59-441A-A85C-AECB8671753C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48083C-E75B-B0C8-4668-BBEA888B9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7E1D0B-F0B7-9244-FF5E-D96A64733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AE29-AFEF-4277-9197-A4804CD4C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80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61E025-F6E7-ED76-D22C-0AF22AD35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8CA2E0-4B1F-594D-E39B-4B2C64789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3E3A02-B328-FD25-6EA7-94F7AF25F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57A48-8A59-441A-A85C-AECB8671753C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D7253E-18B5-9633-50D8-79F23987A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0F2763-8E4B-22A8-069D-70B33AE76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AE29-AFEF-4277-9197-A4804CD4C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059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2C7D42-3E40-6BA3-630B-637A5D99E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F6618B-DB75-FEEA-8D99-B0A764D26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2CED74-8607-DBA2-2684-553A8A79B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B85348-5EFA-8CE0-85A1-30E40E64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57A48-8A59-441A-A85C-AECB8671753C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2015D4-9D36-8F0C-E7D5-AF9389E4C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9BE4DE-11FE-C711-6B29-447DA2EF3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AE29-AFEF-4277-9197-A4804CD4C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895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954DE-2BB0-3E92-9E77-E234CCF7C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94FBF5-68B9-3908-FC03-6AA1BEEC0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0667A2-4EA8-3C44-A55B-0C1D67EA6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E32F48-4F36-AE7F-2694-F64194E055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390713-0C98-B35E-C39A-282927B396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F7E367-7CC5-FCBA-9513-412C76FFA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57A48-8A59-441A-A85C-AECB8671753C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9CE03F8-EECE-039C-F95B-8D96BF8D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6CFE824-77EC-B3E5-133F-23E95ED40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AE29-AFEF-4277-9197-A4804CD4C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858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E79A18-F546-F806-01EE-3B32388F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1BCD03-6BC6-76AF-940C-AC216184A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57A48-8A59-441A-A85C-AECB8671753C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92D493-3F04-E007-BF88-DD1256CA5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8D1D01-D021-E545-753A-6CC295157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AE29-AFEF-4277-9197-A4804CD4C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4722FC-0EA7-F76B-95B7-C5D3069F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57A48-8A59-441A-A85C-AECB8671753C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85F510-3BA6-D950-161E-48C6F2BCE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E33D2C-5081-E4EE-661E-E6B07C8AD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AE29-AFEF-4277-9197-A4804CD4C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201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048D23-2748-2ACC-1CE9-4B13097B0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4CF5CC-274A-B49F-1CF1-E2F11A312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BEF4F3-82E5-ED17-FA7D-A23A330C2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3BB69F-5024-AA55-C87D-57066888A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57A48-8A59-441A-A85C-AECB8671753C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BE34CB-2CB0-046C-392E-F66A44D4A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FED2C1-D142-723D-B9B2-3CDB32FFC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AE29-AFEF-4277-9197-A4804CD4C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617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7CD2A-2381-8386-AF9B-A7FA35D8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C58F81-7C3D-3116-08E3-E04D6F7666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3AEF11-B044-28DC-CDD9-F590EA169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95BA3F-1AB6-7918-336B-6B08A551B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57A48-8A59-441A-A85C-AECB8671753C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749C8E-8FBC-C98D-B6EF-C2E33DAB1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A0A551-8BD7-070F-81DF-756A1115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AE29-AFEF-4277-9197-A4804CD4C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316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F1208F-67C1-BE0E-9558-D0950FA82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71B2C3-2764-25AD-167E-4C04DFAE6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390BAB-6CE2-B0B4-30C8-A477AF4B4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57A48-8A59-441A-A85C-AECB8671753C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4A6572-180A-7815-8603-A15ED288F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6BB441-54C4-4949-B605-2F36F4C76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AE29-AFEF-4277-9197-A4804CD4C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41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9540E8E-A004-289B-A996-636F76F398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C0ECD3-32A3-5CE2-8ED4-2E2E6EA81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BE3475-DCFB-B745-7A54-2E4022E6E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57A48-8A59-441A-A85C-AECB8671753C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A33624-E3C1-91A5-C12A-58B72D903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FDD317-F93A-CD3A-CAD4-067A5000A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EAE29-AFEF-4277-9197-A4804CD4C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990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56D5CA-AE82-0C56-C6CF-0890EAB2F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EB709C-D723-3B84-65A5-D812C3BCD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BF0ADB-93E4-FE53-D255-787375C907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57A48-8A59-441A-A85C-AECB8671753C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D24BC9-06FD-1DF6-6272-1540ACE0FE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A64786-1B4A-2286-2E9A-F0035B14B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EAE29-AFEF-4277-9197-A4804CD4C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622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5B144DDF-45CA-704A-4854-E8A70E55EC39}"/>
              </a:ext>
            </a:extLst>
          </p:cNvPr>
          <p:cNvGrpSpPr/>
          <p:nvPr/>
        </p:nvGrpSpPr>
        <p:grpSpPr>
          <a:xfrm>
            <a:off x="2217679" y="1614645"/>
            <a:ext cx="2686377" cy="695005"/>
            <a:chOff x="2201012" y="1614645"/>
            <a:chExt cx="2856781" cy="695005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E918892-2149-35E1-ADB6-F5E5D32B2A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8968" b="317"/>
            <a:stretch/>
          </p:blipFill>
          <p:spPr>
            <a:xfrm>
              <a:off x="2201012" y="1614645"/>
              <a:ext cx="793574" cy="695005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121C0B2-8B68-6EAF-F3D8-C49DC73DB5F9}"/>
                </a:ext>
              </a:extLst>
            </p:cNvPr>
            <p:cNvSpPr txBox="1"/>
            <p:nvPr/>
          </p:nvSpPr>
          <p:spPr>
            <a:xfrm>
              <a:off x="2994586" y="1792870"/>
              <a:ext cx="20632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7030A0"/>
                  </a:solidFill>
                  <a:latin typeface="Lucida Handwriting" panose="03010101010101010101" pitchFamily="66" charset="0"/>
                </a:rPr>
                <a:t>GAC-Aion-DCU</a:t>
              </a:r>
              <a:endParaRPr lang="zh-CN" altLang="en-US" sz="1600" b="1" dirty="0">
                <a:solidFill>
                  <a:srgbClr val="7030A0"/>
                </a:solidFill>
                <a:latin typeface="Lucida Handwriting" panose="03010101010101010101" pitchFamily="66" charset="0"/>
              </a:endParaRP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5AFD5723-EF06-5AA8-481A-8D396D06CBA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293" y="3081498"/>
            <a:ext cx="2682472" cy="69500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B86179A-1FBA-01E2-20FF-77F556BC04F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78" y="4868033"/>
            <a:ext cx="2146443" cy="120760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982BF22-3226-1B3D-1DB9-F896DC797D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510" y="3429001"/>
            <a:ext cx="4088378" cy="229913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A0A96FD-80C4-4C15-473A-369F25EB1E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932" y="1054447"/>
            <a:ext cx="2102957" cy="251040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050CF50-B064-002E-1F05-12ACD6D8BD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686" y="5022303"/>
            <a:ext cx="729483" cy="72948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D1A6B980-9032-067A-1A05-B05E832951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987" y="3203563"/>
            <a:ext cx="508026" cy="450873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BFF486C4-416D-4F75-8DB5-BE81F1CBDA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987" y="3203563"/>
            <a:ext cx="508026" cy="450873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8AE5D3A-5516-BD3B-8460-779B25326BD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7" r="8694"/>
          <a:stretch/>
        </p:blipFill>
        <p:spPr>
          <a:xfrm>
            <a:off x="8261131" y="4264229"/>
            <a:ext cx="252248" cy="26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175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Lucida Handwriting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济荣 雷</dc:creator>
  <cp:lastModifiedBy>济荣 雷</cp:lastModifiedBy>
  <cp:revision>1</cp:revision>
  <dcterms:created xsi:type="dcterms:W3CDTF">2023-04-26T10:03:12Z</dcterms:created>
  <dcterms:modified xsi:type="dcterms:W3CDTF">2023-04-26T10:37:07Z</dcterms:modified>
</cp:coreProperties>
</file>